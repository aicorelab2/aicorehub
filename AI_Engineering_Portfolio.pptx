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78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Systems · RAG · LangGraph · LangChain · NLP · LLM Optimization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4572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41148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41148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4114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41148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4114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41148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4114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09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47091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4709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47091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4709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Projects · Full Stack AI Engineer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End-to-End AI Systems Delivered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2801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Intelligence DB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2907792"/>
            <a:ext cx="16459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0175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+ NLP + RAG pipeline for pharmaceutical data extraction &amp; categorization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74320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97280"/>
            <a:ext cx="27432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128016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SINTRA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2542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Platform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2907792"/>
            <a:ext cx="16459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30175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LangGraph chatbot for manufacturing &amp; delivery workflow automation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274320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97280"/>
            <a:ext cx="27432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0" y="128016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1792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2542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Automation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2907792"/>
            <a:ext cx="16459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0175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skill gap analysis + course recommendation using embeddings &amp; Workday 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2560" y="1097280"/>
            <a:ext cx="274320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52560" y="109728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58400" y="128016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14400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Opt.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0" y="2542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Chunking &amp; Cost Opt.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601200" y="2907792"/>
            <a:ext cx="16459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9189720" y="30175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chunking, query-aware retrieval &amp; token optimization for large-scale LLM systems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&amp; Drug Intelligence Database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52928" y="2971800"/>
            <a:ext cx="228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9077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60020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600200"/>
            <a:ext cx="246888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5468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NLP Filter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Layer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Filtering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41848" y="2971800"/>
            <a:ext cx="228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5806440" y="29077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160020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1600200"/>
            <a:ext cx="24688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4360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430768" y="2971800"/>
            <a:ext cx="228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0" y="29077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32520" y="160020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732520" y="1600200"/>
            <a:ext cx="24688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73252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73252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2396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754880"/>
            <a:ext cx="1133856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4864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94560" y="48646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processing by 60–70% · Tested 10–15 chunking strategies · Optimized embedding models for pharma domain accuracy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585216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F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5852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0" y="585216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F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0" y="5852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35040" y="585216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F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5852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869680" y="585216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F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8869680" y="5852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635508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F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6355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0" y="635508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F2A4A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0" y="6355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635508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F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6035040" y="6355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Filtering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869680" y="635508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F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8869680" y="6355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SINTRA  —  Role-Based AI Chatbot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011680" cy="64008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Level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04288" y="1563624"/>
            <a:ext cx="4572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286000"/>
            <a:ext cx="2011680" cy="640080"/>
          </a:xfrm>
          <a:prstGeom prst="rect">
            <a:avLst/>
          </a:prstGeom>
          <a:solidFill>
            <a:srgbClr val="2563EB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Level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04288" y="2569464"/>
            <a:ext cx="4572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3291840"/>
            <a:ext cx="2011680" cy="64008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04288" y="3575304"/>
            <a:ext cx="4572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Auth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88920" y="1554480"/>
            <a:ext cx="2286000" cy="256032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88920" y="1554480"/>
            <a:ext cx="2286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1691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80360" y="24688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Mgmt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93208" y="2825496"/>
            <a:ext cx="5029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5623560" y="1554480"/>
            <a:ext cx="2468880" cy="25603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1554480"/>
            <a:ext cx="24688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24688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Assignment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APIs Managed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10728" y="2825496"/>
            <a:ext cx="5029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Shape 23"/>
          <p:cNvSpPr/>
          <p:nvPr/>
        </p:nvSpPr>
        <p:spPr>
          <a:xfrm>
            <a:off x="8641080" y="1554480"/>
            <a:ext cx="3200400" cy="256032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41080" y="1554480"/>
            <a:ext cx="32004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864108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23960" y="2286000"/>
            <a:ext cx="2834640" cy="32918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8823960" y="228600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Data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823960" y="2715768"/>
            <a:ext cx="2834640" cy="32918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Text 29"/>
          <p:cNvSpPr/>
          <p:nvPr/>
        </p:nvSpPr>
        <p:spPr>
          <a:xfrm>
            <a:off x="8823960" y="27157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Tracking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23960" y="3145536"/>
            <a:ext cx="2834640" cy="32918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3" name="Text 31"/>
          <p:cNvSpPr/>
          <p:nvPr/>
        </p:nvSpPr>
        <p:spPr>
          <a:xfrm>
            <a:off x="8823960" y="314553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Mgmt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823960" y="3575304"/>
            <a:ext cx="2834640" cy="32918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5" name="Text 33"/>
          <p:cNvSpPr/>
          <p:nvPr/>
        </p:nvSpPr>
        <p:spPr>
          <a:xfrm>
            <a:off x="8823960" y="357530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572000"/>
            <a:ext cx="5303520" cy="10972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617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Tech Migration: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91947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 → LangGraph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Better orchestration for 100+ APIs across multi-category workflows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4572000"/>
            <a:ext cx="6080760" cy="10972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Result: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91947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majority of manual website operations · Secure multi-role access · Scalable 100+ API routing via RAG + Intent ID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&amp; Training Automation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Integration · Embedding-Based Course Recommendation · NL-to-SQL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51460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25146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169164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skills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Workday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 + SOAP)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07792" y="28254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08960" y="1554480"/>
            <a:ext cx="251460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1554480"/>
            <a:ext cx="25146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3995928" y="169164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99592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08960" y="24871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10896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Employee Skills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Mapping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50992" y="28254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1554480"/>
            <a:ext cx="251460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1554480"/>
            <a:ext cx="251460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6739128" y="169164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673912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52160" y="24871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310896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Scraping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Ranking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94192" y="28254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95360" y="1554480"/>
            <a:ext cx="251460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595360" y="1554480"/>
            <a:ext cx="25146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9482328" y="169164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948232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95360" y="24871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Chatbot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0" y="310896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Panel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480560"/>
            <a:ext cx="11430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498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Industry Leaders: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0" y="4498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40680" y="4498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SuccessFactors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40880" y="4498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Learning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41080" y="4498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Lightcast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41280" y="4498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919472"/>
            <a:ext cx="11430000" cy="9144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029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011680" y="5029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skill gap detection · Semantic course matching via embeddings · Individual employee dashboards · HR admin control panel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Chunking &amp; LLM Cost Optimization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303520" cy="2834640"/>
          </a:xfrm>
          <a:prstGeom prst="rect">
            <a:avLst/>
          </a:prstGeom>
          <a:solidFill>
            <a:srgbClr val="FEF2F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642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64592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lines of JSON per employee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05740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391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JSON sent to LLM every query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4323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overflow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843784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282549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 exceeded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236976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21868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hallucination rate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6301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61188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API cost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508760"/>
            <a:ext cx="5394960" cy="2834640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16459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63677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Chunking Strategy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02996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02082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Query-Aware Selective Retrieval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241401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4048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tokens fed to LLM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79806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788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History Mgmt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318211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172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Tool Assignment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356616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5570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optimization mindset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365760" y="4526280"/>
            <a:ext cx="11430000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663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70%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31520" y="5230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66160" y="4663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60%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3566160" y="5230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4663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400800" y="5230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Managed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35440" y="4663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235440" y="5230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&amp; SKILLS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across all projects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43891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9164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21992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C-RAG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752344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5234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826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813048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81304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43400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34340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873752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87375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1188720"/>
            <a:ext cx="2697480" cy="43891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188720"/>
            <a:ext cx="269748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11887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1691640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169164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2221992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222199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2752344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275234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3282696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32826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37560" y="3813048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81304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1188720"/>
            <a:ext cx="2697480" cy="43891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1188720"/>
            <a:ext cx="269748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11887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Embeddings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1691640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169164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Filtering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2221992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222199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Methods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72200" y="2752344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275234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72200" y="3282696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6172200" y="32826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Ranking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72200" y="3813048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6172200" y="381304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ID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869680" y="1188720"/>
            <a:ext cx="2697480" cy="43891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869680" y="1188720"/>
            <a:ext cx="26974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8869680" y="11887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006840" y="1691640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2" name="Text 50"/>
          <p:cNvSpPr/>
          <p:nvPr/>
        </p:nvSpPr>
        <p:spPr>
          <a:xfrm>
            <a:off x="9006840" y="169164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06840" y="2221992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9006840" y="222199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API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06840" y="2752344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6" name="Text 54"/>
          <p:cNvSpPr/>
          <p:nvPr/>
        </p:nvSpPr>
        <p:spPr>
          <a:xfrm>
            <a:off x="9006840" y="275234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006840" y="3282696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9006840" y="32826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006840" y="3813048"/>
            <a:ext cx="24231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0" name="Text 58"/>
          <p:cNvSpPr/>
          <p:nvPr/>
        </p:nvSpPr>
        <p:spPr>
          <a:xfrm>
            <a:off x="9006840" y="381304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Gen.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65760" y="5742432"/>
            <a:ext cx="11430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5833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Tools: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728216" y="5886196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0F2A4A"/>
          </a:solidFill>
          <a:ln/>
        </p:spPr>
      </p:sp>
      <p:sp>
        <p:nvSpPr>
          <p:cNvPr id="64" name="Text 62"/>
          <p:cNvSpPr/>
          <p:nvPr/>
        </p:nvSpPr>
        <p:spPr>
          <a:xfrm>
            <a:off x="1728216" y="588619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127248" y="5886196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0F2A4A"/>
          </a:solidFill>
          <a:ln/>
        </p:spPr>
      </p:sp>
      <p:sp>
        <p:nvSpPr>
          <p:cNvPr id="66" name="Text 64"/>
          <p:cNvSpPr/>
          <p:nvPr/>
        </p:nvSpPr>
        <p:spPr>
          <a:xfrm>
            <a:off x="3127248" y="588619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26280" y="5886196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0F2A4A"/>
          </a:solidFill>
          <a:ln/>
        </p:spPr>
      </p:sp>
      <p:sp>
        <p:nvSpPr>
          <p:cNvPr id="68" name="Text 66"/>
          <p:cNvSpPr/>
          <p:nvPr/>
        </p:nvSpPr>
        <p:spPr>
          <a:xfrm>
            <a:off x="4526280" y="588619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925312" y="5886196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0F2A4A"/>
          </a:solidFill>
          <a:ln/>
        </p:spPr>
      </p:sp>
      <p:sp>
        <p:nvSpPr>
          <p:cNvPr id="70" name="Text 68"/>
          <p:cNvSpPr/>
          <p:nvPr/>
        </p:nvSpPr>
        <p:spPr>
          <a:xfrm>
            <a:off x="5925312" y="588619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324344" y="5886196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0F2A4A"/>
          </a:solidFill>
          <a:ln/>
        </p:spPr>
      </p:sp>
      <p:sp>
        <p:nvSpPr>
          <p:cNvPr id="72" name="Text 70"/>
          <p:cNvSpPr/>
          <p:nvPr/>
        </p:nvSpPr>
        <p:spPr>
          <a:xfrm>
            <a:off x="7324344" y="588619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APIs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723376" y="5886196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0F2A4A"/>
          </a:solidFill>
          <a:ln/>
        </p:spPr>
      </p:sp>
      <p:sp>
        <p:nvSpPr>
          <p:cNvPr id="74" name="Text 72"/>
          <p:cNvSpPr/>
          <p:nvPr/>
        </p:nvSpPr>
        <p:spPr>
          <a:xfrm>
            <a:off x="8723376" y="588619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Integration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0122408" y="5886196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0F2A4A"/>
          </a:solidFill>
          <a:ln/>
        </p:spPr>
      </p:sp>
      <p:sp>
        <p:nvSpPr>
          <p:cNvPr id="76" name="Text 74"/>
          <p:cNvSpPr/>
          <p:nvPr/>
        </p:nvSpPr>
        <p:spPr>
          <a:xfrm>
            <a:off x="10122408" y="588619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Scraping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56032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(AIBER)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56032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9164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828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2697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Orchestrated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(SINTRA)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56032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9164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828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2697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&amp; Optimized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1691640"/>
            <a:ext cx="256032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0" y="16916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1828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961120" y="2697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Full Projects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End-to-End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112471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34747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46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Systems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4846320"/>
            <a:ext cx="34747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0" y="4846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Agentic RAG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4846320"/>
            <a:ext cx="34747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4846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349240"/>
            <a:ext cx="34747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349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Optimization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5349240"/>
            <a:ext cx="34747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0" y="5349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55280" y="5349240"/>
            <a:ext cx="34747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0" y="5349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575</Words>
  <Application>Microsoft Office PowerPoint</Application>
  <PresentationFormat>Widescreen</PresentationFormat>
  <Paragraphs>230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Engineering Portfolio</dc:title>
  <dc:subject>PptxGenJS Presentation</dc:subject>
  <dc:creator>PptxGenJS</dc:creator>
  <cp:lastModifiedBy>Valmiki Sarath Kumar</cp:lastModifiedBy>
  <cp:revision>4</cp:revision>
  <dcterms:created xsi:type="dcterms:W3CDTF">2026-05-14T06:09:04Z</dcterms:created>
  <dcterms:modified xsi:type="dcterms:W3CDTF">2026-05-14T08:23:16Z</dcterms:modified>
</cp:coreProperties>
</file>